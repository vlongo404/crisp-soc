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DA291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DA2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CRISP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NG-SOC Platform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3337560"/>
            <a:ext cx="7315200" cy="54864"/>
          </a:xfrm>
          <a:prstGeom prst="rect">
            <a:avLst/>
          </a:prstGeom>
          <a:solidFill>
            <a:srgbClr val="DA291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520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 Comercial — Representantes Fortinet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4023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minutos  |  2026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5303520"/>
            <a:ext cx="3108960" cy="502920"/>
          </a:xfrm>
          <a:prstGeom prst="roundRect">
            <a:avLst>
              <a:gd name="adj" fmla="val 14545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53035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Pessoa 3 — Negócios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931920" y="5303520"/>
            <a:ext cx="3108960" cy="502920"/>
          </a:xfrm>
          <a:prstGeom prst="roundRect">
            <a:avLst>
              <a:gd name="adj" fmla="val 14545"/>
            </a:avLst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0" y="53035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— Apresentador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0" y="5303520"/>
            <a:ext cx="3108960" cy="502920"/>
          </a:xfrm>
          <a:prstGeom prst="roundRect">
            <a:avLst>
              <a:gd name="adj" fmla="val 14545"/>
            </a:avLst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0" y="53035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Pessoa 2 — Técnico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DA291C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 — 5 minutos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DA291C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67512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CRISP NG-SOC Platform  |  Pitch Comercial — Fortinet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vamos apresentar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1463040" cy="6400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4173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A2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0:00 – 1:00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011680" y="14630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Problema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235440" y="1490472"/>
            <a:ext cx="2560320" cy="502920"/>
          </a:xfrm>
          <a:prstGeom prst="roundRect">
            <a:avLst>
              <a:gd name="adj" fmla="val 12727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35440" y="149047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Pessoa 3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103120"/>
            <a:ext cx="115214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331720"/>
            <a:ext cx="1463040" cy="6400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3317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A2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1:00 – 2:30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011680" y="23774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Solução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235440" y="2404872"/>
            <a:ext cx="2560320" cy="502920"/>
          </a:xfrm>
          <a:prstGeom prst="roundRect">
            <a:avLst>
              <a:gd name="adj" fmla="val 12727"/>
            </a:avLst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35440" y="240487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017520"/>
            <a:ext cx="115214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246120"/>
            <a:ext cx="1463040" cy="6400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2461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A2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2:30 – 3:30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011680" y="32918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 para a Fortinet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235440" y="3319272"/>
            <a:ext cx="2560320" cy="502920"/>
          </a:xfrm>
          <a:prstGeom prst="roundRect">
            <a:avLst>
              <a:gd name="adj" fmla="val 12727"/>
            </a:avLst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35440" y="331927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Pessoa 2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931920"/>
            <a:ext cx="115214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4160520"/>
            <a:ext cx="1463040" cy="6400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41605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A2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3:30 – 4:30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011680" y="42062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Negócio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235440" y="4233672"/>
            <a:ext cx="2560320" cy="502920"/>
          </a:xfrm>
          <a:prstGeom prst="roundRect">
            <a:avLst>
              <a:gd name="adj" fmla="val 12727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35440" y="423367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Pessoa 3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65760" y="4846320"/>
            <a:ext cx="115214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5074920"/>
            <a:ext cx="1463040" cy="6400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50749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A2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4:30 – 5:00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011680" y="51206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Chamada Final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9235440" y="5148072"/>
            <a:ext cx="2560320" cy="502920"/>
          </a:xfrm>
          <a:prstGeom prst="roundRect">
            <a:avLst>
              <a:gd name="adj" fmla="val 12727"/>
            </a:avLst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235440" y="514807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 1 — O Problema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DA291C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67512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CRISP NG-SOC Platform  |  Pitch Comercial — Fortinet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144000" y="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0:00 – 1:00  |  Pessoa 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 das PMEs brasileiras não têm SOC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65760" y="1463040"/>
            <a:ext cx="3200400" cy="2926080"/>
          </a:xfrm>
          <a:prstGeom prst="rect">
            <a:avLst/>
          </a:prstGeom>
          <a:solidFill>
            <a:srgbClr val="DA291C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55448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8000" dirty="0"/>
          </a:p>
        </p:txBody>
      </p:sp>
      <p:sp>
        <p:nvSpPr>
          <p:cNvPr id="10" name="Text 8"/>
          <p:cNvSpPr/>
          <p:nvPr/>
        </p:nvSpPr>
        <p:spPr>
          <a:xfrm>
            <a:off x="365760" y="310896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empresas médias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proteção SOC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931920" y="146304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💰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663440" y="1508760"/>
            <a:ext cx="7223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Splunk / Sentinel: dezenas de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milhares de reais por ano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3931920" y="2377440"/>
            <a:ext cx="795528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0" y="246888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663440" y="2514600"/>
            <a:ext cx="7223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Ransomware, movimento lateral 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exfiltração atingem todos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3931920" y="3383280"/>
            <a:ext cx="795528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31920" y="347472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🚪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663440" y="3520440"/>
            <a:ext cx="7223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Mercado deixou as PMEs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desprotegidas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365760" y="4617720"/>
            <a:ext cx="11521440" cy="822960"/>
          </a:xfrm>
          <a:prstGeom prst="rect">
            <a:avLst/>
          </a:prstGeom>
          <a:solidFill>
            <a:srgbClr val="FEF3C7"/>
          </a:solidFill>
          <a:ln w="25400">
            <a:solidFill>
              <a:srgbClr val="B4530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61772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"Existe uma janela de oportunidade enorme aqui. E o CRISP é a resposta."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 2 — A Solução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DA291C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67512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CRISP NG-SOC Platform  |  Pitch Comercial — Fortinet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144000" y="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1:00 – 2:30  |  Marco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CRISP + Fortinet = SOC Acessível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2103120" cy="1005840"/>
          </a:xfrm>
          <a:prstGeom prst="rect">
            <a:avLst/>
          </a:prstGeom>
          <a:solidFill>
            <a:srgbClr val="DA291C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50876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FortiGate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7.6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468880" y="173736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CA3AF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743200" y="1508760"/>
            <a:ext cx="2103120" cy="100584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0" y="150876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Zeek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46320" y="173736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CA3AF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120640" y="1508760"/>
            <a:ext cx="2103120" cy="10058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0" y="150876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Wazuh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SIEM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223760" y="173736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CA3AF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498080" y="1508760"/>
            <a:ext cx="2103120" cy="100584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0" y="150876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Local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601200" y="173736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CA3AF"/>
                </a:solidFill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875520" y="1508760"/>
            <a:ext cx="2103120" cy="1005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1" name="Text 19"/>
          <p:cNvSpPr/>
          <p:nvPr/>
        </p:nvSpPr>
        <p:spPr>
          <a:xfrm>
            <a:off x="9875520" y="150876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CRISP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65760" y="274320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IA local com Ollama — dados nunca saem da empresa (LGPD)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65760" y="3310128"/>
            <a:ext cx="115214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2900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Detecção de ransomware em 28 segundos, do alerta ao isolamento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65760" y="3995928"/>
            <a:ext cx="115214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11480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Integração nativa com FortiGate via API REST (sessões, políticas, tráfego)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65760" y="4681728"/>
            <a:ext cx="115214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80060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Playbook automatizado: detectar → analisar → isolar → bloquear C2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65760" y="5367528"/>
            <a:ext cx="115214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548640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MITRE ATT&amp;CK: técnica identificada + nível de risco + ação recomendada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 3 — Proposta para a Fortinet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DA291C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67512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CRISP NG-SOC Platform  |  Pitch Comercial — Fortinet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144000" y="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2:30 – 3:30  |  Pessoa 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Parceria em 3 níveis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3749040" cy="4023360"/>
          </a:xfrm>
          <a:prstGeom prst="roundRect">
            <a:avLst>
              <a:gd name="adj" fmla="val 2439"/>
            </a:avLst>
          </a:prstGeom>
          <a:solidFill>
            <a:srgbClr val="DBEAFE"/>
          </a:solidFill>
          <a:ln w="25400">
            <a:solidFill>
              <a:srgbClr val="0369A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37360" y="1600200"/>
            <a:ext cx="1005840" cy="100584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10" name="Text 8"/>
          <p:cNvSpPr/>
          <p:nvPr/>
        </p:nvSpPr>
        <p:spPr>
          <a:xfrm>
            <a:off x="1737360" y="16002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502920" y="274320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Expansão Técnica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8640" y="3429000"/>
            <a:ext cx="33832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Suporte Fortinet para integrar FortiAnalyzer,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FortiManager e FortiNAC via API oficial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389120" y="1508760"/>
            <a:ext cx="3749040" cy="4023360"/>
          </a:xfrm>
          <a:prstGeom prst="roundRect">
            <a:avLst>
              <a:gd name="adj" fmla="val 2439"/>
            </a:avLst>
          </a:prstGeom>
          <a:solidFill>
            <a:srgbClr val="DCFCE7"/>
          </a:solidFill>
          <a:ln w="25400">
            <a:solidFill>
              <a:srgbClr val="1580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60720" y="1600200"/>
            <a:ext cx="1005840" cy="1005840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15" name="Text 13"/>
          <p:cNvSpPr/>
          <p:nvPr/>
        </p:nvSpPr>
        <p:spPr>
          <a:xfrm>
            <a:off x="5760720" y="16002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526280" y="274320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 MSSP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2000" y="3429000"/>
            <a:ext cx="33832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CRISP como solução de referência para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provedores de serviços gerenciados (PMEs)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412480" y="1508760"/>
            <a:ext cx="3749040" cy="4023360"/>
          </a:xfrm>
          <a:prstGeom prst="roundRect">
            <a:avLst>
              <a:gd name="adj" fmla="val 2439"/>
            </a:avLst>
          </a:prstGeom>
          <a:solidFill>
            <a:srgbClr val="FEF3C7"/>
          </a:solidFill>
          <a:ln w="25400">
            <a:solidFill>
              <a:srgbClr val="B453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84080" y="1600200"/>
            <a:ext cx="1005840" cy="100584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20" name="Text 18"/>
          <p:cNvSpPr/>
          <p:nvPr/>
        </p:nvSpPr>
        <p:spPr>
          <a:xfrm>
            <a:off x="9784080" y="16002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8549640" y="274320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Co-desenvolvimento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595360" y="3429000"/>
            <a:ext cx="33832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 SOC com IA local, alinhada à LGPD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ao mercado brasileiro — com a Fortinet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65760" y="5669280"/>
            <a:ext cx="11521440" cy="6858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5669280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Integração FortiGate 7.6 já funcionando  |  API REST  |  Token Bearer  |  Dados em tempo real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 4 — Modelo de Negócio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DA291C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67512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CRISP NG-SOC Platform  |  Pitch Comercial — Fortinet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144000" y="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3:30 – 4:30  |  Pessoa 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 as a Service — Receita Recorrente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3749040" cy="2194560"/>
          </a:xfrm>
          <a:prstGeom prst="rect">
            <a:avLst/>
          </a:prstGeom>
          <a:solidFill>
            <a:srgbClr val="DA291C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60020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Implantação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210312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R$ 15k – 50k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65760" y="28346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projeto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89120" y="1508760"/>
            <a:ext cx="3749040" cy="219456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3" name="Text 11"/>
          <p:cNvSpPr/>
          <p:nvPr/>
        </p:nvSpPr>
        <p:spPr>
          <a:xfrm>
            <a:off x="4389120" y="160020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389120" y="210312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R$ 3k – 15k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389120" y="28346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empresa/mês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412480" y="1508760"/>
            <a:ext cx="3749040" cy="219456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0" y="160020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Clientes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12480" y="210312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R$ 30k – 150k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8412480" y="28346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 mensal recorrente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" y="3931920"/>
            <a:ext cx="11521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Custo de licenças = zero  (Wazuh + Zeek + Ollama + PostgreSQL são open source)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65760" y="4416552"/>
            <a:ext cx="115214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507992"/>
            <a:ext cx="11521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 Dados do cliente ficam na empresa — diferencial competitivo real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65760" y="4992624"/>
            <a:ext cx="115214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5084064"/>
            <a:ext cx="11521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 Fortinet: mais PMEs comprando FortiGate com caso de uso de alto valor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65760" y="5568696"/>
            <a:ext cx="115214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5660136"/>
            <a:ext cx="11521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  Modelo MSSP: revendedores Fortinet podem oferecer CRISP como serviço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DA291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Construímos o CRISP do zero.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pipeline está rodando. Os dados são reais. A IA está integrada.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9144000" cy="45720"/>
          </a:xfrm>
          <a:prstGeom prst="rect">
            <a:avLst/>
          </a:prstGeom>
          <a:solidFill>
            <a:srgbClr val="DA291C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194560"/>
            <a:ext cx="11064240" cy="1828800"/>
          </a:xfrm>
          <a:prstGeom prst="roundRect">
            <a:avLst>
              <a:gd name="adj" fmla="val 5000"/>
            </a:avLst>
          </a:prstGeom>
          <a:solidFill>
            <a:srgbClr val="DA291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240280"/>
            <a:ext cx="10698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Quantas PMEs brasileiras poderiam ter um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 profissional amanhã com uma solução como essa?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42976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Estamos prontos para conversar.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48640" y="5029200"/>
            <a:ext cx="2743200" cy="502920"/>
          </a:xfrm>
          <a:prstGeom prst="roundRect">
            <a:avLst>
              <a:gd name="adj" fmla="val 12727"/>
            </a:avLst>
          </a:prstGeom>
          <a:solidFill>
            <a:srgbClr val="1A1A2E"/>
          </a:solidFill>
          <a:ln w="19050">
            <a:solidFill>
              <a:srgbClr val="DA29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50292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A2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Fortinet MSSP Ready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566160" y="5029200"/>
            <a:ext cx="2743200" cy="502920"/>
          </a:xfrm>
          <a:prstGeom prst="roundRect">
            <a:avLst>
              <a:gd name="adj" fmla="val 12727"/>
            </a:avLst>
          </a:prstGeom>
          <a:solidFill>
            <a:srgbClr val="1A1A2E"/>
          </a:solidFill>
          <a:ln w="1905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50292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LGPD Compliant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83680" y="5029200"/>
            <a:ext cx="2743200" cy="502920"/>
          </a:xfrm>
          <a:prstGeom prst="roundRect">
            <a:avLst>
              <a:gd name="adj" fmla="val 12727"/>
            </a:avLst>
          </a:prstGeom>
          <a:solidFill>
            <a:srgbClr val="1A1A2E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50292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Source Stack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601200" y="5029200"/>
            <a:ext cx="2743200" cy="502920"/>
          </a:xfrm>
          <a:prstGeom prst="roundRect">
            <a:avLst>
              <a:gd name="adj" fmla="val 12727"/>
            </a:avLst>
          </a:prstGeom>
          <a:solidFill>
            <a:srgbClr val="1A1A2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0" y="50292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Local — Ollama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57607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Obrigado.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DA291C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CRISP NG-SOC — Pitch Comercial</dc:title>
  <dc:subject>Pitch Fortinet</dc:subject>
  <dc:creator>CRISP NG-SOC</dc:creator>
  <cp:lastModifiedBy>CRISP NG-SOC</cp:lastModifiedBy>
  <cp:revision>1</cp:revision>
  <dcterms:created xsi:type="dcterms:W3CDTF">2026-05-21T22:36:12Z</dcterms:created>
  <dcterms:modified xsi:type="dcterms:W3CDTF">2026-05-21T22:36:12Z</dcterms:modified>
</cp:coreProperties>
</file>